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First,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12:17, teach at 12:31, run at 12:45, retrain at 1:01. At 1:13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1:13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file, you upload it as a skill,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until you upload it. The file is a zip; the Skills screen wants a zip. Go slow and demo it on screen.
[DO] Three beats. She writes it. You DOWNLOAD it. You UPLOAD it under Customize, Skills, plus, Create skill, Upload a skill. Wait until the chat says every screen shows donna-triage in the list.
[WATCH] Stay in the SAME chat as step two; a fresh chat has not met them yet and writes a blank template. The gotchas are on the site: no Skills menu means the capability switch is off; a refused upload means the zip is not a folder with SKILL.md inside.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12:56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1:05. Do not wait for the email here. Move on at 1:01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Your Sent folder is her report card. She reads the reports she wrote, the drafts she saved, and the emails you actually sent, and she proposes changes to her own playbook. Numbered, each with a because. Nothing changes until you say approve.
[DO] Paste first, by 1:03, then talk. Same place as the daily shift: Scheduled, New task, paste. The last line runs it right now on this week so far, with today's event ten minutes out, which lands at 1:13 if the paste is at 1:03.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1:13.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discussion.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ANYTHING ELSE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3600" b="1" dirty="0">
                <a:solidFill>
                  <a:srgbClr val="14213D"/>
                </a:solidFill>
                <a:latin typeface="Georgia" pitchFamily="34" charset="0"/>
                <a:ea typeface="Georgia" pitchFamily="34" charset="-122"/>
                <a:cs typeface="Georgia" pitchFamily="34" charset="-120"/>
              </a:rPr>
              <a:t>donnainstructions.denisegosnell.ai</a:t>
            </a:r>
            <a:endParaRPr lang="en-US" sz="36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12:17</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12:31</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12:45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1:01</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file.</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upload it as a skill.</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Turn this conversation's triage setup into a reusable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named donna-triage.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Give me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as a downloadable zip named donna-triage.zip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containing donna-triage/SKILL.md.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See donna-triage in your skills list before anyone touches Scheduled.</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347472"/>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file.</a:t>
            </a:r>
            <a:endParaRPr lang="en-US" sz="1600" dirty="0"/>
          </a:p>
        </p:txBody>
      </p:sp>
      <p:sp>
        <p:nvSpPr>
          <p:cNvPr id="24" name="Text 22"/>
          <p:cNvSpPr/>
          <p:nvPr/>
        </p:nvSpPr>
        <p:spPr>
          <a:xfrm>
            <a:off x="8494776" y="275685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79343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Download it: the file card's arrow.</a:t>
            </a:r>
            <a:endParaRPr lang="en-US" sz="1600" dirty="0"/>
          </a:p>
        </p:txBody>
      </p:sp>
      <p:sp>
        <p:nvSpPr>
          <p:cNvPr id="26" name="Text 24"/>
          <p:cNvSpPr/>
          <p:nvPr/>
        </p:nvSpPr>
        <p:spPr>
          <a:xfrm>
            <a:off x="8494776" y="356152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598103"/>
            <a:ext cx="2286000" cy="1115568"/>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 Create skill, Upload a skill. Pick the zip.</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12:56.</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1:01</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1:13.</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1:03.</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upload</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donnainstructions.denisegosnell.ai   ·   denise@denisegosnell.ai</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2026-10-20T18:30:31Z</dcterms:created>
  <dcterms:modified xsi:type="dcterms:W3CDTF">2026-10-20T18:30:31Z</dcterms:modified>
</cp:coreProperties>
</file>