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First,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12:17, teach at 12:31, run at 12:45, retrain at 1:01. At 1:13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1:13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12:56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1:05. Do not wait for the email here. Move on at 1:01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Your Sent folder is her report card. She reads the reports she wrote, the drafts she saved, and the emails you actually sent, and she proposes changes to her own playbook. Numbered, each with a because. Nothing changes until you say approve.
[DO] Paste first, by 1:03, then talk. Same place as the daily shift: Scheduled, New task, paste. The last line runs it right now on this week so far, with today's event ten minutes out, which lands at 1:13 if the paste is at 1:03.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1:13.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discussion.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ANYTHING ELSE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4000" b="1" dirty="0">
                <a:solidFill>
                  <a:srgbClr val="14213D"/>
                </a:solidFill>
                <a:latin typeface="Georgia" pitchFamily="34" charset="0"/>
                <a:ea typeface="Georgia" pitchFamily="34" charset="-122"/>
                <a:cs typeface="Georgia" pitchFamily="34" charset="-120"/>
              </a:rPr>
              <a:t>denisekgosnell.github.io/Donna</a:t>
            </a:r>
            <a:endParaRPr lang="en-US" sz="40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12:17</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12:31</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12:45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1:01</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12:56.</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1:01</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1:13.</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1:03.</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denisekgosnell.github.io/Donna   ·   denise@denisegosnell.ai</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2026-10-20T18:27:31Z</dcterms:created>
  <dcterms:modified xsi:type="dcterms:W3CDTF">2026-10-20T18:27:31Z</dcterms:modified>
</cp:coreProperties>
</file>