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1:20 Eastern every one of you owns a working Donna. Not a demo. Yours, on your own inbox, and she gets better every Friday.
[DO] The preamble before this slide ran 12:00 to 12:08.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Here is how the ninety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acts. First the idea: open loops and closed loops, and why an agent is just a document. Then we build, four steps, and by 1:20 she is working your inbox. Then the wrap: what you built, where it turns next, and your first Friday.
[DO] Point at the middle card. That is most of the ninety minutes, and most of it is you pasting.
[WATCH] Do not read the card text. Say the three act names and the clock on the middle one.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And one honest slide about free versus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If you are on the free plan, nothing today is closed to you except one button. Steps 1 and 2 are identical. In step 3 you still build the skill. The paid plans add scheduled tasks, so she starts her own shift. On Free, you start it: open the Donna project at 4:30 and say Triage my inbox. Friday, say Retrain. Same agent, same playbook. Only the start button moves.
[DO] Point at the left column, then the one line on the right. Do not apologize for the free plan; it is a complete build.
[WATCH] The site has a free-plan box in Step 3 and Step 4 with the exact sentences to paste. Phone reminders at 4:30 and Friday 3:00 replace the scheduler.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1:20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12:25, teach at 12:38, run at 12:55, retrain at 1:08. At 1:20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Last thing before we build: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1:20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file, you upload it as a skill,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A skill written in chat does not exist until you upload it. The file is a zip; the Skills screen wants a zip. Go slow and demo it on screen.
[DO] Three beats. She writes it. You DOWNLOAD it. You UPLOAD it under Customize, Skills, plus, Create skill, Upload a skill. Wait until the chat says every screen shows donna-triage in the list.
[WATCH] Stay in the SAME chat as step two; a fresh chat has not met them yet and writes a blank template. The gotchas are on the site: no Skills menu means the capability switch is off; a refused upload means the zip is not a folder with SKILL.md inside.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1:04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1:12. Do not wait for the email here. Move on at 1:08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Your Sent folder is her report card. She reads the reports she wrote, the drafts she saved, and the emails you actually sent, and she proposes changes to her own playbook. Numbered, each with a because. Nothing changes until you say approve.
[DO] Paste first, by 1:10, then talk. Same place as the daily shift: Scheduled, New task, paste. The last line runs it right now on this week so far, with today's event ten minutes out, which lands at 1:20 if the paste is at 1:10.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1:20.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What did we just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three cards from the top of the hour. The idea: every workflow is a loop, and closed loops get better. The build: a project, a playbook she wrote, a skill you own, two standing orders, and she is live. The wrap starts now.
[DO] Point at each card in turn. This is the slide you promised them at 12:10.
[WATCH] Free-plan people built the same thing; their standing orders are two phone reminders. Say so if you see the question in the chat.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Same four stations, pointed at the rest of your work. Every one of these questions is a workflow somebody on this call is doing by hand.
[DO] Five minutes only. Facilitate from the chat; read two or three answers aloud and map each onto the ring so people hear their own use case become buildable.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RUN OF THE SHOW</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Three acts, done by 1:30.</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12:08 TO 12:25</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Open loops, closed loops, and the only trick in the room: an agent is just a document.</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12:25 TO 1:20</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steps: connect, teach, run, retrain. By 1:20, Donna is working your inbox.</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 TO 1:30</a:t>
            </a:r>
            <a:endParaRPr lang="en-US" sz="1600" dirty="0"/>
          </a:p>
        </p:txBody>
      </p:sp>
      <p:sp>
        <p:nvSpPr>
          <p:cNvPr id="26" name="Text 24"/>
          <p:cNvSpPr/>
          <p:nvPr/>
        </p:nvSpPr>
        <p:spPr>
          <a:xfrm>
            <a:off x="8403336" y="3584448"/>
            <a:ext cx="270662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What you built, where the loop turns next, and your first Friday.</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First the idea, then the build, then what you walk out with.</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FREE OR PAID CLAUDE?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Free works. You press start.</a:t>
            </a:r>
            <a:endParaRPr lang="en-US" sz="4000" dirty="0"/>
          </a:p>
        </p:txBody>
      </p:sp>
      <p:sp>
        <p:nvSpPr>
          <p:cNvPr id="9" name="Shape 7"/>
          <p:cNvSpPr/>
          <p:nvPr/>
        </p:nvSpPr>
        <p:spPr>
          <a:xfrm>
            <a:off x="813816" y="1793443"/>
            <a:ext cx="5687568" cy="3218688"/>
          </a:xfrm>
          <a:prstGeom prst="rect">
            <a:avLst/>
          </a:prstGeom>
          <a:solidFill>
            <a:srgbClr val="2A3244"/>
          </a:solidFill>
          <a:ln/>
        </p:spPr>
      </p:sp>
      <p:sp>
        <p:nvSpPr>
          <p:cNvPr id="10" name="Text 8"/>
          <p:cNvSpPr/>
          <p:nvPr/>
        </p:nvSpPr>
        <p:spPr>
          <a:xfrm>
            <a:off x="1051560" y="2031187"/>
            <a:ext cx="5212080"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ON EVERY PLAN, FREE INCLUDED</a:t>
            </a:r>
            <a:endParaRPr lang="en-US" sz="1600" dirty="0"/>
          </a:p>
        </p:txBody>
      </p:sp>
      <p:sp>
        <p:nvSpPr>
          <p:cNvPr id="11" name="Shape 9"/>
          <p:cNvSpPr/>
          <p:nvPr/>
        </p:nvSpPr>
        <p:spPr>
          <a:xfrm rot="2700000">
            <a:off x="1051560" y="2566111"/>
            <a:ext cx="100584" cy="100584"/>
          </a:xfrm>
          <a:prstGeom prst="rect">
            <a:avLst/>
          </a:prstGeom>
          <a:solidFill>
            <a:srgbClr val="C9A227"/>
          </a:solidFill>
          <a:ln w="3175">
            <a:solidFill>
              <a:srgbClr val="C9A227"/>
            </a:solidFill>
            <a:prstDash val="solid"/>
          </a:ln>
        </p:spPr>
      </p:sp>
      <p:sp>
        <p:nvSpPr>
          <p:cNvPr id="12" name="Text 10"/>
          <p:cNvSpPr/>
          <p:nvPr/>
        </p:nvSpPr>
        <p:spPr>
          <a:xfrm>
            <a:off x="1362456" y="2488387"/>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Steps 1 and 2, exactly as written.</a:t>
            </a:r>
            <a:endParaRPr lang="en-US" sz="1600" dirty="0"/>
          </a:p>
        </p:txBody>
      </p:sp>
      <p:sp>
        <p:nvSpPr>
          <p:cNvPr id="13" name="Shape 11"/>
          <p:cNvSpPr/>
          <p:nvPr/>
        </p:nvSpPr>
        <p:spPr>
          <a:xfrm rot="2700000">
            <a:off x="1051560" y="3041599"/>
            <a:ext cx="100584" cy="100584"/>
          </a:xfrm>
          <a:prstGeom prst="rect">
            <a:avLst/>
          </a:prstGeom>
          <a:solidFill>
            <a:srgbClr val="C9A227"/>
          </a:solidFill>
          <a:ln w="3175">
            <a:solidFill>
              <a:srgbClr val="C9A227"/>
            </a:solidFill>
            <a:prstDash val="solid"/>
          </a:ln>
        </p:spPr>
      </p:sp>
      <p:sp>
        <p:nvSpPr>
          <p:cNvPr id="14" name="Text 12"/>
          <p:cNvSpPr/>
          <p:nvPr/>
        </p:nvSpPr>
        <p:spPr>
          <a:xfrm>
            <a:off x="1362456" y="2963875"/>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Her playbook as a skill you own (Step 3).</a:t>
            </a:r>
            <a:endParaRPr lang="en-US" sz="1600" dirty="0"/>
          </a:p>
        </p:txBody>
      </p:sp>
      <p:sp>
        <p:nvSpPr>
          <p:cNvPr id="15" name="Shape 13"/>
          <p:cNvSpPr/>
          <p:nvPr/>
        </p:nvSpPr>
        <p:spPr>
          <a:xfrm rot="2700000">
            <a:off x="1051560" y="3517087"/>
            <a:ext cx="100584" cy="100584"/>
          </a:xfrm>
          <a:prstGeom prst="rect">
            <a:avLst/>
          </a:prstGeom>
          <a:solidFill>
            <a:srgbClr val="C9A227"/>
          </a:solidFill>
          <a:ln w="3175">
            <a:solidFill>
              <a:srgbClr val="C9A227"/>
            </a:solidFill>
            <a:prstDash val="solid"/>
          </a:ln>
        </p:spPr>
      </p:sp>
      <p:sp>
        <p:nvSpPr>
          <p:cNvPr id="16" name="Text 14"/>
          <p:cNvSpPr/>
          <p:nvPr/>
        </p:nvSpPr>
        <p:spPr>
          <a:xfrm>
            <a:off x="1362456" y="343936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"Triage my inbox" at 4:30: her shift, started by you.</a:t>
            </a:r>
            <a:endParaRPr lang="en-US" sz="1600" dirty="0"/>
          </a:p>
        </p:txBody>
      </p:sp>
      <p:sp>
        <p:nvSpPr>
          <p:cNvPr id="17" name="Shape 15"/>
          <p:cNvSpPr/>
          <p:nvPr/>
        </p:nvSpPr>
        <p:spPr>
          <a:xfrm rot="2700000">
            <a:off x="1051560" y="4248607"/>
            <a:ext cx="100584" cy="100584"/>
          </a:xfrm>
          <a:prstGeom prst="rect">
            <a:avLst/>
          </a:prstGeom>
          <a:solidFill>
            <a:srgbClr val="C9A227"/>
          </a:solidFill>
          <a:ln w="3175">
            <a:solidFill>
              <a:srgbClr val="C9A227"/>
            </a:solidFill>
            <a:prstDash val="solid"/>
          </a:ln>
        </p:spPr>
      </p:sp>
      <p:sp>
        <p:nvSpPr>
          <p:cNvPr id="18" name="Text 16"/>
          <p:cNvSpPr/>
          <p:nvPr/>
        </p:nvSpPr>
        <p:spPr>
          <a:xfrm>
            <a:off x="1362456" y="417088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"Retrain" on Friday: her review, started by you.</a:t>
            </a:r>
            <a:endParaRPr lang="en-US" sz="1600" dirty="0"/>
          </a:p>
        </p:txBody>
      </p:sp>
      <p:sp>
        <p:nvSpPr>
          <p:cNvPr id="19" name="Shape 17"/>
          <p:cNvSpPr/>
          <p:nvPr/>
        </p:nvSpPr>
        <p:spPr>
          <a:xfrm>
            <a:off x="6903720" y="1793443"/>
            <a:ext cx="4480560" cy="2523744"/>
          </a:xfrm>
          <a:prstGeom prst="rect">
            <a:avLst/>
          </a:prstGeom>
          <a:solidFill>
            <a:srgbClr val="2A3244"/>
          </a:solidFill>
          <a:ln/>
        </p:spPr>
      </p:sp>
      <p:sp>
        <p:nvSpPr>
          <p:cNvPr id="20" name="Text 18"/>
          <p:cNvSpPr/>
          <p:nvPr/>
        </p:nvSpPr>
        <p:spPr>
          <a:xfrm>
            <a:off x="7141464" y="2031187"/>
            <a:ext cx="4005072"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PAID PLANS ADD</a:t>
            </a:r>
            <a:endParaRPr lang="en-US" sz="1600" dirty="0"/>
          </a:p>
        </p:txBody>
      </p:sp>
      <p:sp>
        <p:nvSpPr>
          <p:cNvPr id="21" name="Shape 19"/>
          <p:cNvSpPr/>
          <p:nvPr/>
        </p:nvSpPr>
        <p:spPr>
          <a:xfrm rot="2700000">
            <a:off x="7141464" y="2566111"/>
            <a:ext cx="100584" cy="100584"/>
          </a:xfrm>
          <a:prstGeom prst="rect">
            <a:avLst/>
          </a:prstGeom>
          <a:solidFill>
            <a:srgbClr val="C9A227"/>
          </a:solidFill>
          <a:ln w="3175">
            <a:solidFill>
              <a:srgbClr val="C9A227"/>
            </a:solidFill>
            <a:prstDash val="solid"/>
          </a:ln>
        </p:spPr>
      </p:sp>
      <p:sp>
        <p:nvSpPr>
          <p:cNvPr id="22" name="Text 20"/>
          <p:cNvSpPr/>
          <p:nvPr/>
        </p:nvSpPr>
        <p:spPr>
          <a:xfrm>
            <a:off x="7452360" y="2488387"/>
            <a:ext cx="3694176"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Scheduled tasks: she starts the 4:30 shift and the Friday retrain without you.</a:t>
            </a:r>
            <a:endParaRPr lang="en-US" sz="1600" dirty="0"/>
          </a:p>
        </p:txBody>
      </p:sp>
      <p:sp>
        <p:nvSpPr>
          <p:cNvPr id="23" name="Shape 21"/>
          <p:cNvSpPr/>
          <p:nvPr/>
        </p:nvSpPr>
        <p:spPr>
          <a:xfrm rot="2700000">
            <a:off x="7141464" y="3553663"/>
            <a:ext cx="100584" cy="100584"/>
          </a:xfrm>
          <a:prstGeom prst="rect">
            <a:avLst/>
          </a:prstGeom>
          <a:solidFill>
            <a:srgbClr val="C9A227"/>
          </a:solidFill>
          <a:ln w="3175">
            <a:solidFill>
              <a:srgbClr val="C9A227"/>
            </a:solidFill>
            <a:prstDash val="solid"/>
          </a:ln>
        </p:spPr>
      </p:sp>
      <p:sp>
        <p:nvSpPr>
          <p:cNvPr id="24" name="Text 22"/>
          <p:cNvSpPr/>
          <p:nvPr/>
        </p:nvSpPr>
        <p:spPr>
          <a:xfrm>
            <a:off x="7452360" y="3475939"/>
            <a:ext cx="3694176"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That is the whole difference: who presses start.</a:t>
            </a:r>
            <a:endParaRPr lang="en-US" sz="1600" dirty="0"/>
          </a:p>
        </p:txBody>
      </p:sp>
      <p:sp>
        <p:nvSpPr>
          <p:cNvPr id="25" name="Text 23"/>
          <p:cNvSpPr/>
          <p:nvPr/>
        </p:nvSpPr>
        <p:spPr>
          <a:xfrm>
            <a:off x="813816" y="4992624"/>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An agent you start by hand is still an agent. Two phone reminders replace the scheduler: 4:30 weekdays, 3:00 Fridays.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14</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1:20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12:25</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12:38</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12:55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1:08</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WE BUILD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3600" b="1" dirty="0">
                <a:solidFill>
                  <a:srgbClr val="14213D"/>
                </a:solidFill>
                <a:latin typeface="Georgia" pitchFamily="34" charset="0"/>
                <a:ea typeface="Georgia" pitchFamily="34" charset="-122"/>
                <a:cs typeface="Georgia" pitchFamily="34" charset="-120"/>
              </a:rPr>
              <a:t>donnainstructions.denisegosnell.ai</a:t>
            </a:r>
            <a:endParaRPr lang="en-US" sz="36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file.</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upload it as a skill.</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Turn this conversation's triage setup into a reusable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named donna-triage.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Give me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as a downloadable zip named donna-triage.zip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containing donna-triage/SKILL.md.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See donna-triage in your skills list before anyone touches Scheduled.</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347472"/>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file.</a:t>
            </a:r>
            <a:endParaRPr lang="en-US" sz="1600" dirty="0"/>
          </a:p>
        </p:txBody>
      </p:sp>
      <p:sp>
        <p:nvSpPr>
          <p:cNvPr id="24" name="Text 22"/>
          <p:cNvSpPr/>
          <p:nvPr/>
        </p:nvSpPr>
        <p:spPr>
          <a:xfrm>
            <a:off x="8494776" y="275685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79343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Download it: the file card's arrow.</a:t>
            </a:r>
            <a:endParaRPr lang="en-US" sz="1600" dirty="0"/>
          </a:p>
        </p:txBody>
      </p:sp>
      <p:sp>
        <p:nvSpPr>
          <p:cNvPr id="26" name="Text 24"/>
          <p:cNvSpPr/>
          <p:nvPr/>
        </p:nvSpPr>
        <p:spPr>
          <a:xfrm>
            <a:off x="8494776" y="356152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598103"/>
            <a:ext cx="2286000" cy="1115568"/>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 Create skill, Upload a skill. Pick the zip.</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1:04.</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1:20.</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1:10.</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1:20</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30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THREE ACTS, REVISITED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you just built.</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Every workflow is a loop. Closed loops get better. You can name all four stations.</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 1:20</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 project, a playbook she wrote, a skill you own, two standing orders. She is live.</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NOW</a:t>
            </a:r>
            <a:endParaRPr lang="en-US" sz="1600" dirty="0"/>
          </a:p>
        </p:txBody>
      </p:sp>
      <p:sp>
        <p:nvSpPr>
          <p:cNvPr id="26" name="Text 24"/>
          <p:cNvSpPr/>
          <p:nvPr/>
        </p:nvSpPr>
        <p:spPr>
          <a:xfrm>
            <a:off x="84033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Where your loop turns next, and the Friday she tells you what she got wrong.</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did not learn a tool today. You built a loop, and closed it.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upload</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donnainstructions.denisegosnell.ai   ·   denise@denisegosnell.ai</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2026-10-21T08:35:58Z</dcterms:created>
  <dcterms:modified xsi:type="dcterms:W3CDTF">2026-10-21T08:35:58Z</dcterms:modified>
</cp:coreProperties>
</file>